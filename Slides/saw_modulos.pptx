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D3F43B-E3F7-1987-9C94-B557F5794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D7A798D-A360-F580-FD1E-D183A23992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D9A36D-10A5-7D70-0265-6E445A9E2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B0D18A-A510-335A-08A3-9B7B2C68A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60904C-66B5-3FDF-BF79-50339AC9C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90814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EFD483-85C6-5BC1-03B9-DF9E67DC4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F1D0266-E3BC-A7D1-E806-11EF27426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A66C05-CFE9-F426-47E6-2CC24517F6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C2AED8C-2557-B1B5-0579-8CDEB138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F32785-E196-6AFC-A14F-F4091884C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358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ABFEC4-5329-7F60-F1F6-C3F748905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A6E7E8E-409A-9268-9676-C521B2F04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A1198E-EF05-25C5-C878-EBD300CC0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1AA8A10-B3AE-9F97-098F-80DDA38AB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D9EC38-74DF-6E06-EFE7-003BEC84A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7252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8DB92-5CC6-9297-1861-0A43E83A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575E00-B210-37DA-17BC-FFC7945780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D8E9EC6-9384-2C54-6D7C-2CFD7331B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671C76-DFA6-65BD-87AC-6C243B518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4191A77-B87A-DBF0-8241-181E882B4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D442A6F-EC13-7E37-5970-6EBFE97F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3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9C542-E8DB-94A8-EE62-00698DAEB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C391C57-A712-DBD0-61A5-4195EE5E25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1ED0A9E-10C1-C5C2-C02C-BF5EF55B8C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78E502E-44A4-F176-7FA2-244DD0D3B9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5F37161-52D0-CAD5-D2BD-7BDF091873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90328C0-C5AD-5606-CECE-0C01D0D35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9453238-3928-1C90-8315-45864F081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5156D54-21E6-7747-4218-CB1B3A8E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348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9750B7-3101-810F-7CF5-CB8A30811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4C879EB-C3C2-0172-4226-878AF8A44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0093A53-F831-0F86-4AD6-2ECEC11BA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FB2B0CB-5C89-6FC0-B7CD-A0D01C6B4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9478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E5A28A9-82DA-FACD-F427-ABC5245F8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0B8072B-EC05-2E52-76B4-1FA971207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AC6DDFE-B62E-DA47-C0CC-62F398045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6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8AFBD4-1575-DA5C-2DB4-46DA06298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180232F-416E-DC68-A9EC-EDEA008B7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E96C202-8541-E134-927B-EE002881A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764C95C-2BC1-6C17-E5D5-82A76F44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275C7AE-C2A8-AFDC-D49C-2F4C41458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39AF81A-F280-1691-4137-4263AD052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6823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0065C-FCCC-58D1-39F8-022A61F8A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EBCD860-4D9C-BB57-51C7-618E31214B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BB9B1EF-8EBA-1AB2-CC2C-7CBD0DDD66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E26193E-AC62-39B0-A990-B48631A4D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378445F-2411-D09B-A958-58C8D73B4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A0AF827-32DF-A499-17C4-137D02E65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9787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D83A1F-5D8F-57EB-58FC-D7D2F6C7F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A741DC9-B3D3-E90D-C29D-E69BD3F1F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D2054C1-59C5-2F42-95DE-FB3A23554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9D540AF-2FC2-7469-FB22-3434A6F65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ED2AAA-10E3-E174-5AFF-D454A31E3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5510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C0F7915-9E05-D08F-F850-05652F860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A3B7F46-AD36-F979-5DC2-55F9FB664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C397695-9332-1065-7277-4491D5F4D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EE7B83-F161-D285-3863-E149B7B8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D87D57-21F6-2B7E-9AD5-FA62AEB3F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715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FAD83D3-E0B9-1CE3-E0AC-E6D0596B1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C815250-E184-2426-BA8B-B000CAA99E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F6D102C-4364-AE18-A20F-1D7953CBC5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CE9AB-37CE-4503-A524-3F071C7C2B4C}" type="datetimeFigureOut">
              <a:rPr lang="pt-BR" smtClean="0"/>
              <a:t>02/11/2025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D4E14E-FF58-1B0B-233B-240A06F460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3A176C-FAB1-30E5-6FE0-191DFF96AD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593551-8795-468A-99D7-5FF9267D5E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48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AC22346-701F-F154-56BF-DC4C58789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10005"/>
            <a:ext cx="10725150" cy="6837990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CA0A96B0-1512-66B7-FA95-8A1D65ED7678}"/>
              </a:ext>
            </a:extLst>
          </p:cNvPr>
          <p:cNvSpPr/>
          <p:nvPr/>
        </p:nvSpPr>
        <p:spPr>
          <a:xfrm>
            <a:off x="1508760" y="1819656"/>
            <a:ext cx="694944" cy="28346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361602D-8767-9639-DAC9-FDD57E232B81}"/>
              </a:ext>
            </a:extLst>
          </p:cNvPr>
          <p:cNvSpPr/>
          <p:nvPr/>
        </p:nvSpPr>
        <p:spPr>
          <a:xfrm>
            <a:off x="5175504" y="6025896"/>
            <a:ext cx="1709928" cy="28346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8570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4F35B22-4D6E-585D-07F4-356286B65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735"/>
            <a:ext cx="12192000" cy="503853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4D3007E8-C1CC-25E0-0A35-10E67C3B10DF}"/>
              </a:ext>
            </a:extLst>
          </p:cNvPr>
          <p:cNvSpPr/>
          <p:nvPr/>
        </p:nvSpPr>
        <p:spPr>
          <a:xfrm>
            <a:off x="4590288" y="5093208"/>
            <a:ext cx="3044952" cy="28346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64CA9AF-19F1-1C5B-E467-9D4D401875F0}"/>
              </a:ext>
            </a:extLst>
          </p:cNvPr>
          <p:cNvSpPr/>
          <p:nvPr/>
        </p:nvSpPr>
        <p:spPr>
          <a:xfrm>
            <a:off x="1060704" y="1161288"/>
            <a:ext cx="694944" cy="28346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9960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55C587B-824D-71DB-04D0-ADA2E9CD1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8249" y="1689892"/>
            <a:ext cx="7143751" cy="3478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BFB751A-943F-3426-AD19-39168EF360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14487"/>
            <a:ext cx="5114925" cy="3629025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8619C7B6-F6C6-0242-7FE9-CFD42D41B722}"/>
              </a:ext>
            </a:extLst>
          </p:cNvPr>
          <p:cNvSpPr/>
          <p:nvPr/>
        </p:nvSpPr>
        <p:spPr>
          <a:xfrm>
            <a:off x="182880" y="1792224"/>
            <a:ext cx="502920" cy="18113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2610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548F4BD0-B1E7-0BD9-AE4B-B48EDB097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5757" y="2076209"/>
            <a:ext cx="9124950" cy="4533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73C4C86F-4E52-9345-0F46-C96D069A61BC}"/>
              </a:ext>
            </a:extLst>
          </p:cNvPr>
          <p:cNvSpPr txBox="1"/>
          <p:nvPr/>
        </p:nvSpPr>
        <p:spPr>
          <a:xfrm>
            <a:off x="3048000" y="752770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Toda Vez que um erro ocorre (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) deve-se remover 10s do Temporizador. Note que o programa usa um cronometro para se chegar ao tempo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inbutido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atraves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variaveis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de entrada para minutos e segundos, porem o display exibe os valores como um temporizador. Para isso, o tempo total e convertido em um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unico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TIMER e depois manipulado para ser exibido como um temporizador. A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conversao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para um TIMER total impede que se tenha valores negativos para segundos com a subtração por erro. Ah mais não vai fica abaixo de zero quando ele erra os segundos forem menores que 10? Não por que a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conversao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trabalha com o total em segundos e depois realizar a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reconversao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para minutos e segundos </a:t>
            </a:r>
            <a:r>
              <a:rPr lang="pt-BR" sz="1000" dirty="0" err="1">
                <a:latin typeface="Arial" panose="020B0604020202020204" pitchFamily="34" charset="0"/>
                <a:cs typeface="Arial" panose="020B0604020202020204" pitchFamily="34" charset="0"/>
              </a:rPr>
              <a:t>quand</a:t>
            </a:r>
            <a:r>
              <a:rPr lang="pt-BR" sz="1000" dirty="0">
                <a:latin typeface="Arial" panose="020B0604020202020204" pitchFamily="34" charset="0"/>
                <a:cs typeface="Arial" panose="020B0604020202020204" pitchFamily="34" charset="0"/>
              </a:rPr>
              <a:t> for exibir no display 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2CFF414-3343-21FF-660F-6CA37EAE6D65}"/>
              </a:ext>
            </a:extLst>
          </p:cNvPr>
          <p:cNvSpPr txBox="1"/>
          <p:nvPr/>
        </p:nvSpPr>
        <p:spPr>
          <a:xfrm>
            <a:off x="3122676" y="289652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Temporizador</a:t>
            </a:r>
          </a:p>
        </p:txBody>
      </p:sp>
    </p:spTree>
    <p:extLst>
      <p:ext uri="{BB962C8B-B14F-4D97-AF65-F5344CB8AC3E}">
        <p14:creationId xmlns:p14="http://schemas.microsoft.com/office/powerpoint/2010/main" val="1952293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4AA54CC7-BE2D-5E54-3D13-764217A93EEE}"/>
              </a:ext>
            </a:extLst>
          </p:cNvPr>
          <p:cNvSpPr txBox="1"/>
          <p:nvPr/>
        </p:nvSpPr>
        <p:spPr>
          <a:xfrm>
            <a:off x="1895094" y="214991"/>
            <a:ext cx="6094476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pt-BR" sz="2400" b="1" dirty="0"/>
              <a:t>Figura : Temporizador </a:t>
            </a:r>
          </a:p>
          <a:p>
            <a:r>
              <a:rPr lang="pt-BR" dirty="0"/>
              <a:t>O Display converte o valor do TIMER, que é um cronometro, para o formato de um temporizador através de operações matemáticas simples.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1590574-B952-B160-D7BC-BCB66F04F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755" y="1975105"/>
            <a:ext cx="10127962" cy="4206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2336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B96B138A-E7D9-B654-7707-968541F3EC2A}"/>
              </a:ext>
            </a:extLst>
          </p:cNvPr>
          <p:cNvSpPr txBox="1"/>
          <p:nvPr/>
        </p:nvSpPr>
        <p:spPr>
          <a:xfrm>
            <a:off x="2352294" y="-73830"/>
            <a:ext cx="609447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pt-BR" sz="2800" b="1" dirty="0"/>
              <a:t> Botões </a:t>
            </a:r>
          </a:p>
          <a:p>
            <a:r>
              <a:rPr lang="pt-BR" dirty="0"/>
              <a:t>Os botões são implementados como entradas digitais, e cada botão corresponde a um número de 1 a 4. Quando um botão é pressionado, o sistema verifica se o número do botão corresponde ao dígito atual do puzzle que a vítima deve pressionar. A seguinte imagem representa a implementação do botão 1, os outros botões são implementados de forma semelhante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9BA7435-8D63-046B-9D80-FB91AA2D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" y="3167063"/>
            <a:ext cx="11791950" cy="3076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748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A0C2869-62CF-8650-BB33-7F74C9DE1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254819"/>
            <a:ext cx="9174480" cy="188609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46C1E76A-2CB3-B15A-7B88-55049ED386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" y="2140909"/>
            <a:ext cx="11782425" cy="436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DB79A575-8237-3EDA-1F2B-BF1A090FB565}"/>
              </a:ext>
            </a:extLst>
          </p:cNvPr>
          <p:cNvSpPr/>
          <p:nvPr/>
        </p:nvSpPr>
        <p:spPr>
          <a:xfrm>
            <a:off x="1700784" y="530352"/>
            <a:ext cx="694944" cy="2834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4552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DD729823-71FF-BDD3-4ED1-948E1098BCAD}"/>
              </a:ext>
            </a:extLst>
          </p:cNvPr>
          <p:cNvSpPr txBox="1"/>
          <p:nvPr/>
        </p:nvSpPr>
        <p:spPr>
          <a:xfrm>
            <a:off x="2928366" y="0"/>
            <a:ext cx="609447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pt-BR" sz="2400" b="1" dirty="0"/>
              <a:t>Guarda de Valor </a:t>
            </a:r>
          </a:p>
          <a:p>
            <a:r>
              <a:rPr lang="pt-BR" dirty="0"/>
              <a:t>Qualquer valor 0 em um dos </a:t>
            </a:r>
            <a:r>
              <a:rPr lang="pt-BR" dirty="0" err="1"/>
              <a:t>digitos</a:t>
            </a:r>
            <a:r>
              <a:rPr lang="pt-BR" dirty="0"/>
              <a:t> automaticamente ativa a memoria correspondente, independentemente da ordem. Por isso deve-se guardar a logica das outras memorias </a:t>
            </a:r>
            <a:r>
              <a:rPr lang="pt-BR" dirty="0" err="1"/>
              <a:t>quand</a:t>
            </a:r>
            <a:r>
              <a:rPr lang="pt-BR" dirty="0"/>
              <a:t> uma delas esta sempre ativa, não ativar erro de ordem quando uma delas é sempre positiva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3F28BA1-DDD4-55D1-0B8C-FCD0433A8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75" y="2814638"/>
            <a:ext cx="11753850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530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>
            <a:extLst>
              <a:ext uri="{FF2B5EF4-FFF2-40B4-BE49-F238E27FC236}">
                <a16:creationId xmlns:a16="http://schemas.microsoft.com/office/drawing/2014/main" id="{D76CB76E-C223-654C-63C0-31D00016F1E7}"/>
              </a:ext>
            </a:extLst>
          </p:cNvPr>
          <p:cNvSpPr txBox="1"/>
          <p:nvPr/>
        </p:nvSpPr>
        <p:spPr>
          <a:xfrm>
            <a:off x="2553462" y="0"/>
            <a:ext cx="609447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300000"/>
              </a:lnSpc>
            </a:pPr>
            <a:r>
              <a:rPr lang="pt-BR" sz="2000" b="1" dirty="0"/>
              <a:t>Casos de Ordem </a:t>
            </a:r>
          </a:p>
          <a:p>
            <a:r>
              <a:rPr lang="pt-BR" dirty="0"/>
              <a:t>A cada botão pressionado, deve-se verificar se o </a:t>
            </a:r>
            <a:r>
              <a:rPr lang="pt-BR" dirty="0" err="1"/>
              <a:t>botao</a:t>
            </a:r>
            <a:r>
              <a:rPr lang="pt-BR" dirty="0"/>
              <a:t> pressionado é o correto.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C8E87BF-6CDA-DCFE-1182-8FB45A513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" y="2257425"/>
            <a:ext cx="11782425" cy="129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5613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293</Words>
  <Application>Microsoft Office PowerPoint</Application>
  <PresentationFormat>Widescreen</PresentationFormat>
  <Paragraphs>10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Nassif</dc:creator>
  <cp:lastModifiedBy>Pedro Nassif</cp:lastModifiedBy>
  <cp:revision>2</cp:revision>
  <dcterms:created xsi:type="dcterms:W3CDTF">2025-11-02T20:38:26Z</dcterms:created>
  <dcterms:modified xsi:type="dcterms:W3CDTF">2025-11-02T21:05:59Z</dcterms:modified>
</cp:coreProperties>
</file>