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078714-CA49-461E-9B8A-FFC61A6D73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81C748-E8E5-4476-86C5-F7F810359A1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89B13AC-13AB-46B8-81F4-00A5FEC9792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90EBA53-1833-40AE-90EB-0BFA68D4BED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3CC93F3-427A-41C4-B6D9-0BCD56DDF30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005C173F-973E-40C0-8A27-AE70F57C643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F5A79348-FDAE-4E98-8589-EB625EDCE47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B4CB16A-3F97-43D1-82E5-3408ECB47C8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C7517E97-E1AA-4676-B8FB-FC85BA3F1A3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20B71B85-EF51-4977-8FEF-6EE3B52AAAD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C98A1B70-1894-4307-84EA-FE1B34A15C1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pt-BR" sz="6000" spc="-1" strike="noStrike">
                <a:solidFill>
                  <a:schemeClr val="dk1"/>
                </a:solidFill>
                <a:latin typeface="Aptos Display"/>
              </a:rPr>
              <a:t>Clique para </a:t>
            </a:r>
            <a:r>
              <a:rPr b="0" lang="pt-BR" sz="6000" spc="-1" strike="noStrike">
                <a:solidFill>
                  <a:schemeClr val="dk1"/>
                </a:solidFill>
                <a:latin typeface="Aptos Display"/>
              </a:rPr>
              <a:t>editar o título </a:t>
            </a:r>
            <a:r>
              <a:rPr b="0" lang="pt-BR" sz="6000" spc="-1" strike="noStrike">
                <a:solidFill>
                  <a:schemeClr val="dk1"/>
                </a:solidFill>
                <a:latin typeface="Aptos Display"/>
              </a:rPr>
              <a:t>Mestre</a:t>
            </a:r>
            <a:endParaRPr b="0" lang="pt-BR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49CB1E-B8D2-4ADA-B716-3E60DAA96EAE}" type="slidenum">
              <a: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pt-BR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pt-BR" sz="20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pt-BR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pt-BR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pt-BR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pt-BR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pt-BR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chemeClr val="dk1"/>
                </a:solidFill>
                <a:latin typeface="Aptos Display"/>
              </a:rPr>
              <a:t>Clique para editar o título Mestre</a:t>
            </a:r>
            <a:endParaRPr b="0" lang="pt-BR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chemeClr val="dk1"/>
                </a:solidFill>
                <a:latin typeface="Aptos"/>
              </a:rPr>
              <a:t>Clique para editar os estilos de texto Mestres</a:t>
            </a:r>
            <a:endParaRPr b="0" lang="pt-BR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chemeClr val="dk1"/>
                </a:solidFill>
                <a:latin typeface="Aptos"/>
              </a:rPr>
              <a:t>Segundo nível</a:t>
            </a:r>
            <a:endParaRPr b="0" lang="pt-BR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Aptos"/>
              </a:rPr>
              <a:t>Terceiro nível</a:t>
            </a:r>
            <a:endParaRPr b="0" lang="pt-BR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pc="-1" strike="noStrike">
                <a:solidFill>
                  <a:schemeClr val="dk1"/>
                </a:solidFill>
                <a:latin typeface="Aptos"/>
              </a:rPr>
              <a:t>Quarto nível</a:t>
            </a:r>
            <a:endParaRPr b="0" lang="pt-BR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pc="-1" strike="noStrike">
                <a:solidFill>
                  <a:schemeClr val="dk1"/>
                </a:solidFill>
                <a:latin typeface="Aptos"/>
              </a:rPr>
              <a:t>Quinto nível</a:t>
            </a:r>
            <a:endParaRPr b="0" lang="pt-B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792E2C-714A-4689-845C-587BBB1C9177}" type="slidenum">
              <a: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chemeClr val="dk1"/>
                </a:solidFill>
                <a:latin typeface="Aptos Display"/>
              </a:rPr>
              <a:t>Clique para editar o título Mestre</a:t>
            </a:r>
            <a:endParaRPr b="0" lang="pt-BR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chemeClr val="dk1"/>
                </a:solidFill>
                <a:latin typeface="Aptos"/>
              </a:rPr>
              <a:t>Clique para editar os estilos de texto Mestres</a:t>
            </a:r>
            <a:endParaRPr b="0" lang="pt-BR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chemeClr val="dk1"/>
                </a:solidFill>
                <a:latin typeface="Aptos"/>
              </a:rPr>
              <a:t>Segundo nível</a:t>
            </a:r>
            <a:endParaRPr b="0" lang="pt-BR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Aptos"/>
              </a:rPr>
              <a:t>Terceiro nível</a:t>
            </a:r>
            <a:endParaRPr b="0" lang="pt-BR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pc="-1" strike="noStrike">
                <a:solidFill>
                  <a:schemeClr val="dk1"/>
                </a:solidFill>
                <a:latin typeface="Aptos"/>
              </a:rPr>
              <a:t>Quarto nível</a:t>
            </a:r>
            <a:endParaRPr b="0" lang="pt-BR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pc="-1" strike="noStrike">
                <a:solidFill>
                  <a:schemeClr val="dk1"/>
                </a:solidFill>
                <a:latin typeface="Aptos"/>
              </a:rPr>
              <a:t>Quinto nível</a:t>
            </a:r>
            <a:endParaRPr b="0" lang="pt-B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411E5B-5F49-48E1-869E-B7658F5CFDE0}" type="slidenum">
              <a: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chemeClr val="dk1"/>
                </a:solidFill>
                <a:latin typeface="Aptos Display"/>
              </a:rPr>
              <a:t>Clique para editar o título Mestre</a:t>
            </a:r>
            <a:endParaRPr b="0" lang="pt-BR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chemeClr val="dk1"/>
                </a:solidFill>
                <a:latin typeface="Aptos"/>
              </a:rPr>
              <a:t>Clique para editar os estilos de texto Mestres</a:t>
            </a:r>
            <a:endParaRPr b="0" lang="pt-BR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chemeClr val="dk1"/>
                </a:solidFill>
                <a:latin typeface="Aptos"/>
              </a:rPr>
              <a:t>Segundo nível</a:t>
            </a:r>
            <a:endParaRPr b="0" lang="pt-BR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Aptos"/>
              </a:rPr>
              <a:t>Terceiro nível</a:t>
            </a:r>
            <a:endParaRPr b="0" lang="pt-BR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pc="-1" strike="noStrike">
                <a:solidFill>
                  <a:schemeClr val="dk1"/>
                </a:solidFill>
                <a:latin typeface="Aptos"/>
              </a:rPr>
              <a:t>Quarto nível</a:t>
            </a:r>
            <a:endParaRPr b="0" lang="pt-BR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pc="-1" strike="noStrike">
                <a:solidFill>
                  <a:schemeClr val="dk1"/>
                </a:solidFill>
                <a:latin typeface="Aptos"/>
              </a:rPr>
              <a:t>Quinto nível</a:t>
            </a:r>
            <a:endParaRPr b="0" lang="pt-B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603C5C-934D-4B72-9519-0A7A37B24765}" type="slidenum">
              <a: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6000" spc="-1" strike="noStrike">
                <a:solidFill>
                  <a:schemeClr val="dk1"/>
                </a:solidFill>
                <a:latin typeface="Aptos Display"/>
              </a:rPr>
              <a:t>Clique para editar o título Mestre</a:t>
            </a:r>
            <a:endParaRPr b="0" lang="pt-BR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4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Clique para editar os estilos de texto Mestres</a:t>
            </a:r>
            <a:endParaRPr b="0" lang="pt-BR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0B5310-6629-4A6D-B4AF-CB2198936B9E}" type="slidenum">
              <a: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chemeClr val="dk1"/>
                </a:solidFill>
                <a:latin typeface="Aptos Display"/>
              </a:rPr>
              <a:t>Clique para editar o título Mestre</a:t>
            </a:r>
            <a:endParaRPr b="0" lang="pt-BR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chemeClr val="dk1"/>
                </a:solidFill>
                <a:latin typeface="Aptos"/>
              </a:rPr>
              <a:t>Clique para editar os estilos de texto Mestres</a:t>
            </a:r>
            <a:endParaRPr b="0" lang="pt-BR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chemeClr val="dk1"/>
                </a:solidFill>
                <a:latin typeface="Aptos"/>
              </a:rPr>
              <a:t>Segundo nível</a:t>
            </a:r>
            <a:endParaRPr b="0" lang="pt-BR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Aptos"/>
              </a:rPr>
              <a:t>Terceiro nível</a:t>
            </a:r>
            <a:endParaRPr b="0" lang="pt-BR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pc="-1" strike="noStrike">
                <a:solidFill>
                  <a:schemeClr val="dk1"/>
                </a:solidFill>
                <a:latin typeface="Aptos"/>
              </a:rPr>
              <a:t>Quarto nível</a:t>
            </a:r>
            <a:endParaRPr b="0" lang="pt-BR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pc="-1" strike="noStrike">
                <a:solidFill>
                  <a:schemeClr val="dk1"/>
                </a:solidFill>
                <a:latin typeface="Aptos"/>
              </a:rPr>
              <a:t>Quinto nível</a:t>
            </a:r>
            <a:endParaRPr b="0" lang="pt-B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chemeClr val="dk1"/>
                </a:solidFill>
                <a:latin typeface="Aptos"/>
              </a:rPr>
              <a:t>Clique para editar os estilos de texto Mestres</a:t>
            </a:r>
            <a:endParaRPr b="0" lang="pt-BR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chemeClr val="dk1"/>
                </a:solidFill>
                <a:latin typeface="Aptos"/>
              </a:rPr>
              <a:t>Segundo nível</a:t>
            </a:r>
            <a:endParaRPr b="0" lang="pt-BR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Aptos"/>
              </a:rPr>
              <a:t>Terceiro nível</a:t>
            </a:r>
            <a:endParaRPr b="0" lang="pt-BR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pc="-1" strike="noStrike">
                <a:solidFill>
                  <a:schemeClr val="dk1"/>
                </a:solidFill>
                <a:latin typeface="Aptos"/>
              </a:rPr>
              <a:t>Quarto nível</a:t>
            </a:r>
            <a:endParaRPr b="0" lang="pt-BR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pc="-1" strike="noStrike">
                <a:solidFill>
                  <a:schemeClr val="dk1"/>
                </a:solidFill>
                <a:latin typeface="Aptos"/>
              </a:rPr>
              <a:t>Quinto nível</a:t>
            </a:r>
            <a:endParaRPr b="0" lang="pt-B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F308A4-39DA-4186-B628-5360D408CB1A}" type="slidenum">
              <a: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chemeClr val="dk1"/>
                </a:solidFill>
                <a:latin typeface="Aptos Display"/>
              </a:rPr>
              <a:t>Clique para editar o título Mestre</a:t>
            </a:r>
            <a:endParaRPr b="0" lang="pt-BR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pt-BR" sz="2400" spc="-1" strike="noStrike">
                <a:solidFill>
                  <a:schemeClr val="dk1"/>
                </a:solidFill>
                <a:latin typeface="Aptos"/>
              </a:rPr>
              <a:t>Clique para editar os estilos de texto Mestres</a:t>
            </a:r>
            <a:endParaRPr b="0" lang="pt-BR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chemeClr val="dk1"/>
                </a:solidFill>
                <a:latin typeface="Aptos"/>
              </a:rPr>
              <a:t>Clique para editar os estilos de texto Mestres</a:t>
            </a:r>
            <a:endParaRPr b="0" lang="pt-BR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chemeClr val="dk1"/>
                </a:solidFill>
                <a:latin typeface="Aptos"/>
              </a:rPr>
              <a:t>Segundo nível</a:t>
            </a:r>
            <a:endParaRPr b="0" lang="pt-BR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Aptos"/>
              </a:rPr>
              <a:t>Terceiro nível</a:t>
            </a:r>
            <a:endParaRPr b="0" lang="pt-BR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pc="-1" strike="noStrike">
                <a:solidFill>
                  <a:schemeClr val="dk1"/>
                </a:solidFill>
                <a:latin typeface="Aptos"/>
              </a:rPr>
              <a:t>Quarto nível</a:t>
            </a:r>
            <a:endParaRPr b="0" lang="pt-BR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pc="-1" strike="noStrike">
                <a:solidFill>
                  <a:schemeClr val="dk1"/>
                </a:solidFill>
                <a:latin typeface="Aptos"/>
              </a:rPr>
              <a:t>Quinto nível</a:t>
            </a:r>
            <a:endParaRPr b="0" lang="pt-B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pt-BR" sz="2400" spc="-1" strike="noStrike">
                <a:solidFill>
                  <a:schemeClr val="dk1"/>
                </a:solidFill>
                <a:latin typeface="Aptos"/>
              </a:rPr>
              <a:t>Clique para editar os estilos de texto Mestres</a:t>
            </a:r>
            <a:endParaRPr b="0" lang="pt-BR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chemeClr val="dk1"/>
                </a:solidFill>
                <a:latin typeface="Aptos"/>
              </a:rPr>
              <a:t>Clique para editar os estilos de texto Mestres</a:t>
            </a:r>
            <a:endParaRPr b="0" lang="pt-BR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chemeClr val="dk1"/>
                </a:solidFill>
                <a:latin typeface="Aptos"/>
              </a:rPr>
              <a:t>Segundo nível</a:t>
            </a:r>
            <a:endParaRPr b="0" lang="pt-BR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Aptos"/>
              </a:rPr>
              <a:t>Terceiro nível</a:t>
            </a:r>
            <a:endParaRPr b="0" lang="pt-BR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pc="-1" strike="noStrike">
                <a:solidFill>
                  <a:schemeClr val="dk1"/>
                </a:solidFill>
                <a:latin typeface="Aptos"/>
              </a:rPr>
              <a:t>Quarto nível</a:t>
            </a:r>
            <a:endParaRPr b="0" lang="pt-BR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pc="-1" strike="noStrike">
                <a:solidFill>
                  <a:schemeClr val="dk1"/>
                </a:solidFill>
                <a:latin typeface="Aptos"/>
              </a:rPr>
              <a:t>Quinto nível</a:t>
            </a:r>
            <a:endParaRPr b="0" lang="pt-B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939E65-CC1F-47CF-A165-8EFE93967ACF}" type="slidenum">
              <a: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4400" spc="-1" strike="noStrike">
                <a:solidFill>
                  <a:schemeClr val="dk1"/>
                </a:solidFill>
                <a:latin typeface="Aptos Display"/>
              </a:rPr>
              <a:t>Clique para editar o título Mestre</a:t>
            </a:r>
            <a:endParaRPr b="0" lang="pt-BR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2CC1A2-DA2E-4184-91B7-8F8C9F61B6D9}" type="slidenum">
              <a: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06BBE2-E4D1-4F4B-AE9E-06BA936EBBF8}" type="slidenum">
              <a: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3200" spc="-1" strike="noStrike">
                <a:solidFill>
                  <a:schemeClr val="dk1"/>
                </a:solidFill>
                <a:latin typeface="Aptos Display"/>
              </a:rPr>
              <a:t>Clique para editar o título Mestre</a:t>
            </a:r>
            <a:endParaRPr b="0" lang="pt-BR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pc="-1" strike="noStrike">
                <a:solidFill>
                  <a:schemeClr val="dk1"/>
                </a:solidFill>
                <a:latin typeface="Aptos"/>
              </a:rPr>
              <a:t>Clique para editar os estilos de texto Mestres</a:t>
            </a:r>
            <a:endParaRPr b="0" lang="pt-BR" sz="32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chemeClr val="dk1"/>
                </a:solidFill>
                <a:latin typeface="Aptos"/>
              </a:rPr>
              <a:t>Segundo nível</a:t>
            </a:r>
            <a:endParaRPr b="0" lang="pt-BR" sz="28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chemeClr val="dk1"/>
                </a:solidFill>
                <a:latin typeface="Aptos"/>
              </a:rPr>
              <a:t>Terceiro nível</a:t>
            </a:r>
            <a:endParaRPr b="0" lang="pt-BR" sz="24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Aptos"/>
              </a:rPr>
              <a:t>Quarto nível</a:t>
            </a:r>
            <a:endParaRPr b="0" lang="pt-BR" sz="20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Aptos"/>
              </a:rPr>
              <a:t>Quinto nível</a:t>
            </a:r>
            <a:endParaRPr b="0" lang="pt-BR" sz="2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1600" spc="-1" strike="noStrike">
                <a:solidFill>
                  <a:schemeClr val="dk1"/>
                </a:solidFill>
                <a:latin typeface="Aptos"/>
              </a:rPr>
              <a:t>Clique para editar os estilos de texto Mestres</a:t>
            </a:r>
            <a:endParaRPr b="0" lang="pt-BR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71BA7A-06E7-415D-8E88-58B269B4636B}" type="slidenum">
              <a: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3200" spc="-1" strike="noStrike">
                <a:solidFill>
                  <a:schemeClr val="dk1"/>
                </a:solidFill>
                <a:latin typeface="Aptos Display"/>
              </a:rPr>
              <a:t>Clique para editar o título Mestre</a:t>
            </a:r>
            <a:endParaRPr b="0" lang="pt-BR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pt-BR" sz="32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pt-BR" sz="32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pt-BR" sz="32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pt-BR" sz="32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pt-BR" sz="32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pt-BR" sz="32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pt-BR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1600" spc="-1" strike="noStrike">
                <a:solidFill>
                  <a:schemeClr val="dk1"/>
                </a:solidFill>
                <a:latin typeface="Aptos"/>
              </a:rPr>
              <a:t>Clique para editar os estilos de texto Mestres</a:t>
            </a:r>
            <a:endParaRPr b="0" lang="pt-BR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E53EB7-FA00-45C2-AD69-8CB4BFE026C3}" type="slidenum">
              <a:rPr b="0" lang="pt-B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Imagem 6" descr=""/>
          <p:cNvPicPr/>
          <p:nvPr/>
        </p:nvPicPr>
        <p:blipFill>
          <a:blip r:embed="rId1"/>
          <a:stretch/>
        </p:blipFill>
        <p:spPr>
          <a:xfrm>
            <a:off x="733320" y="10080"/>
            <a:ext cx="10724760" cy="6837480"/>
          </a:xfrm>
          <a:prstGeom prst="rect">
            <a:avLst/>
          </a:prstGeom>
          <a:ln w="0">
            <a:noFill/>
          </a:ln>
        </p:spPr>
      </p:pic>
      <p:sp>
        <p:nvSpPr>
          <p:cNvPr id="67" name="Retângulo 7"/>
          <p:cNvSpPr/>
          <p:nvPr/>
        </p:nvSpPr>
        <p:spPr>
          <a:xfrm>
            <a:off x="1508760" y="1819800"/>
            <a:ext cx="694440" cy="28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8" name="Retângulo 8"/>
          <p:cNvSpPr/>
          <p:nvPr/>
        </p:nvSpPr>
        <p:spPr>
          <a:xfrm>
            <a:off x="5175360" y="6026040"/>
            <a:ext cx="1709640" cy="28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agem 4" descr=""/>
          <p:cNvPicPr/>
          <p:nvPr/>
        </p:nvPicPr>
        <p:blipFill>
          <a:blip r:embed="rId1"/>
          <a:stretch/>
        </p:blipFill>
        <p:spPr>
          <a:xfrm>
            <a:off x="0" y="909720"/>
            <a:ext cx="12191760" cy="5038200"/>
          </a:xfrm>
          <a:prstGeom prst="rect">
            <a:avLst/>
          </a:prstGeom>
          <a:ln w="0">
            <a:noFill/>
          </a:ln>
        </p:spPr>
      </p:pic>
      <p:sp>
        <p:nvSpPr>
          <p:cNvPr id="70" name="Retângulo 5"/>
          <p:cNvSpPr/>
          <p:nvPr/>
        </p:nvSpPr>
        <p:spPr>
          <a:xfrm>
            <a:off x="4590360" y="5093280"/>
            <a:ext cx="3044520" cy="28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1" name="Retângulo 6"/>
          <p:cNvSpPr/>
          <p:nvPr/>
        </p:nvSpPr>
        <p:spPr>
          <a:xfrm>
            <a:off x="1060560" y="1161360"/>
            <a:ext cx="694440" cy="28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 descr=""/>
          <p:cNvPicPr/>
          <p:nvPr/>
        </p:nvPicPr>
        <p:blipFill>
          <a:blip r:embed="rId1"/>
          <a:stretch/>
        </p:blipFill>
        <p:spPr>
          <a:xfrm>
            <a:off x="5048280" y="1689840"/>
            <a:ext cx="7143480" cy="3477960"/>
          </a:xfrm>
          <a:prstGeom prst="rect">
            <a:avLst/>
          </a:prstGeom>
          <a:ln w="0">
            <a:noFill/>
          </a:ln>
        </p:spPr>
      </p:pic>
      <p:pic>
        <p:nvPicPr>
          <p:cNvPr id="73" name="Imagem 10" descr=""/>
          <p:cNvPicPr/>
          <p:nvPr/>
        </p:nvPicPr>
        <p:blipFill>
          <a:blip r:embed="rId2"/>
          <a:stretch/>
        </p:blipFill>
        <p:spPr>
          <a:xfrm>
            <a:off x="0" y="1614600"/>
            <a:ext cx="5114520" cy="3628800"/>
          </a:xfrm>
          <a:prstGeom prst="rect">
            <a:avLst/>
          </a:prstGeom>
          <a:ln w="0">
            <a:noFill/>
          </a:ln>
        </p:spPr>
      </p:pic>
      <p:sp>
        <p:nvSpPr>
          <p:cNvPr id="74" name="Retângulo 13"/>
          <p:cNvSpPr/>
          <p:nvPr/>
        </p:nvSpPr>
        <p:spPr>
          <a:xfrm>
            <a:off x="182880" y="1792080"/>
            <a:ext cx="502560" cy="1807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 descr=""/>
          <p:cNvPicPr/>
          <p:nvPr/>
        </p:nvPicPr>
        <p:blipFill>
          <a:blip r:embed="rId1"/>
          <a:stretch/>
        </p:blipFill>
        <p:spPr>
          <a:xfrm>
            <a:off x="1865880" y="2076120"/>
            <a:ext cx="9124560" cy="4533480"/>
          </a:xfrm>
          <a:prstGeom prst="rect">
            <a:avLst/>
          </a:prstGeom>
          <a:ln w="0">
            <a:noFill/>
          </a:ln>
        </p:spPr>
      </p:pic>
      <p:sp>
        <p:nvSpPr>
          <p:cNvPr id="76" name="CaixaDeTexto 16"/>
          <p:cNvSpPr/>
          <p:nvPr/>
        </p:nvSpPr>
        <p:spPr>
          <a:xfrm>
            <a:off x="3048120" y="752760"/>
            <a:ext cx="6095520" cy="13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000" spc="-1" strike="noStrike">
                <a:solidFill>
                  <a:schemeClr val="dk1"/>
                </a:solidFill>
                <a:latin typeface="Arial"/>
              </a:rPr>
              <a:t>Toda Vez que um erro ocorre (Er) deve-se remover 10s do Temporizador. Note que o programa usa um cronometro para se chegar ao tempo inbutido atraves das variaveis de entrada para minutos e segundos, porem o display exibe os valores como um temporizador. Para isso, o tempo total e convertido em um unico TIMER e depois manipulado para ser exibido como um temporizador. A conversao para um TIMER total impede que se tenha valores negativos para segundos com a subtração por erro. Ah mais não vai fica abaixo de zero quando ele erra os segundos forem menores que 10? Não por que a conversao trabalha com o total em segundos e depois realizar a reconversao para minutos e segundos quand for exibir no display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CaixaDeTexto 18"/>
          <p:cNvSpPr/>
          <p:nvPr/>
        </p:nvSpPr>
        <p:spPr>
          <a:xfrm>
            <a:off x="3122640" y="289800"/>
            <a:ext cx="6094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Aptos"/>
              </a:rPr>
              <a:t>Temporizador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aixaDeTexto 4"/>
          <p:cNvSpPr/>
          <p:nvPr/>
        </p:nvSpPr>
        <p:spPr>
          <a:xfrm>
            <a:off x="1895040" y="214920"/>
            <a:ext cx="6094080" cy="16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200000"/>
              </a:lnSpc>
            </a:pPr>
            <a:r>
              <a:rPr b="1" lang="pt-BR" sz="2400" spc="-1" strike="noStrike">
                <a:solidFill>
                  <a:schemeClr val="dk1"/>
                </a:solidFill>
                <a:latin typeface="Aptos"/>
              </a:rPr>
              <a:t>DISPLAY 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Aptos"/>
              </a:rPr>
              <a:t>O Display converte o valor do TIMER, que é um cronometro, para o formato de um temporizador através de operações matemáticas simples.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Picture 2" descr=""/>
          <p:cNvPicPr/>
          <p:nvPr/>
        </p:nvPicPr>
        <p:blipFill>
          <a:blip r:embed="rId1"/>
          <a:stretch/>
        </p:blipFill>
        <p:spPr>
          <a:xfrm>
            <a:off x="1205640" y="1974960"/>
            <a:ext cx="10127520" cy="4205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aixaDeTexto 4"/>
          <p:cNvSpPr/>
          <p:nvPr/>
        </p:nvSpPr>
        <p:spPr>
          <a:xfrm>
            <a:off x="2352240" y="-73800"/>
            <a:ext cx="6094080" cy="31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200000"/>
              </a:lnSpc>
            </a:pPr>
            <a:r>
              <a:rPr b="1" lang="pt-BR" sz="2800" spc="-1" strike="noStrike">
                <a:solidFill>
                  <a:schemeClr val="dk1"/>
                </a:solidFill>
                <a:latin typeface="Aptos"/>
              </a:rPr>
              <a:t> </a:t>
            </a:r>
            <a:r>
              <a:rPr b="1" lang="pt-BR" sz="2800" spc="-1" strike="noStrike">
                <a:solidFill>
                  <a:schemeClr val="dk1"/>
                </a:solidFill>
                <a:latin typeface="Aptos"/>
              </a:rPr>
              <a:t>Botões 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Aptos"/>
              </a:rPr>
              <a:t>Os botões são implementados como entradas digitais, e cada botão corresponde a um número de 1 a 4. Quando um botão é pressionado, o sistema verifica se o número do botão corresponde ao dígito atual do puzzle que a vítima deve pressionar. A seguinte imagem representa a implementação do botão 1, os outros botões são implementados de forma semelhante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" name="Picture 2" descr=""/>
          <p:cNvPicPr/>
          <p:nvPr/>
        </p:nvPicPr>
        <p:blipFill>
          <a:blip r:embed="rId1"/>
          <a:stretch/>
        </p:blipFill>
        <p:spPr>
          <a:xfrm>
            <a:off x="200160" y="3166920"/>
            <a:ext cx="11791440" cy="3076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Imagem 4" descr=""/>
          <p:cNvPicPr/>
          <p:nvPr/>
        </p:nvPicPr>
        <p:blipFill>
          <a:blip r:embed="rId1"/>
          <a:stretch/>
        </p:blipFill>
        <p:spPr>
          <a:xfrm>
            <a:off x="1508760" y="254880"/>
            <a:ext cx="9174240" cy="1885680"/>
          </a:xfrm>
          <a:prstGeom prst="rect">
            <a:avLst/>
          </a:prstGeom>
          <a:ln w="0">
            <a:noFill/>
          </a:ln>
        </p:spPr>
      </p:pic>
      <p:pic>
        <p:nvPicPr>
          <p:cNvPr id="83" name="Picture 2" descr=""/>
          <p:cNvPicPr/>
          <p:nvPr/>
        </p:nvPicPr>
        <p:blipFill>
          <a:blip r:embed="rId2"/>
          <a:stretch/>
        </p:blipFill>
        <p:spPr>
          <a:xfrm>
            <a:off x="204840" y="2140920"/>
            <a:ext cx="11782080" cy="4362120"/>
          </a:xfrm>
          <a:prstGeom prst="rect">
            <a:avLst/>
          </a:prstGeom>
          <a:ln w="0">
            <a:noFill/>
          </a:ln>
        </p:spPr>
      </p:pic>
      <p:sp>
        <p:nvSpPr>
          <p:cNvPr id="84" name="Retângulo 7"/>
          <p:cNvSpPr/>
          <p:nvPr/>
        </p:nvSpPr>
        <p:spPr>
          <a:xfrm>
            <a:off x="1700640" y="530280"/>
            <a:ext cx="694440" cy="28296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aixaDeTexto 4"/>
          <p:cNvSpPr/>
          <p:nvPr/>
        </p:nvSpPr>
        <p:spPr>
          <a:xfrm>
            <a:off x="2928240" y="0"/>
            <a:ext cx="6094080" cy="26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250000"/>
              </a:lnSpc>
            </a:pPr>
            <a:r>
              <a:rPr b="1" lang="pt-BR" sz="2400" spc="-1" strike="noStrike">
                <a:solidFill>
                  <a:schemeClr val="dk1"/>
                </a:solidFill>
                <a:latin typeface="Aptos"/>
              </a:rPr>
              <a:t>Guarda de Valor 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Aptos"/>
              </a:rPr>
              <a:t>Qualquer valor 0 em um dos digitos automaticamente ativa a memoria correspondente, independentemente da ordem. Por isso deve-se guardar a logica das outras memorias quand uma delas esta sempre ativa, não ativar erro de ordem quando uma delas é sempre positiva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Picture 2" descr=""/>
          <p:cNvPicPr/>
          <p:nvPr/>
        </p:nvPicPr>
        <p:blipFill>
          <a:blip r:embed="rId1"/>
          <a:stretch/>
        </p:blipFill>
        <p:spPr>
          <a:xfrm>
            <a:off x="219240" y="2814480"/>
            <a:ext cx="11753640" cy="1228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aixaDeTexto 4"/>
          <p:cNvSpPr/>
          <p:nvPr/>
        </p:nvSpPr>
        <p:spPr>
          <a:xfrm>
            <a:off x="2553480" y="0"/>
            <a:ext cx="6094080" cy="155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300000"/>
              </a:lnSpc>
            </a:pPr>
            <a:r>
              <a:rPr b="1" lang="pt-BR" sz="2000" spc="-1" strike="noStrike">
                <a:solidFill>
                  <a:schemeClr val="dk1"/>
                </a:solidFill>
                <a:latin typeface="Aptos"/>
              </a:rPr>
              <a:t>Casos de Ordem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Aptos"/>
              </a:rPr>
              <a:t>A cada botão pressionado, deve-se verificar se o botao pressionado é o correto.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Picture 2" descr=""/>
          <p:cNvPicPr/>
          <p:nvPr/>
        </p:nvPicPr>
        <p:blipFill>
          <a:blip r:embed="rId1"/>
          <a:stretch/>
        </p:blipFill>
        <p:spPr>
          <a:xfrm>
            <a:off x="204840" y="2257560"/>
            <a:ext cx="11782080" cy="1294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LibreOffice/24.2.7.2$Linux_X86_64 LibreOffice_project/420$Build-2</Application>
  <AppVersion>15.0000</AppVersion>
  <Words>293</Words>
  <Paragraphs>10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2025-11-02T20:38:26Z</dcterms:created>
  <dc:creator>Pedro Nassif</dc:creator>
  <dc:description/>
  <dc:language>pt-BR</dc:language>
  <cp:lastModifiedBy/>
  <dcterms:modified xsi:type="dcterms:W3CDTF">2025-11-03T17:04:34Z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9</vt:i4>
  </property>
</Properties>
</file>