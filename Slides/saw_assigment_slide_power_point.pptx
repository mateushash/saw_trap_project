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media2.mp4" ContentType="video/mp4"/>
  <Override PartName="/ppt/media/image3.png" ContentType="image/png"/>
  <Override PartName="/ppt/media/media4.mp4" ContentType="video/mp4"/>
  <Override PartName="/ppt/media/image5.png" ContentType="image/png"/>
  <Override PartName="/ppt/media/media6.mp4" ContentType="video/mp4"/>
  <Override PartName="/ppt/media/image7.png" ContentType="image/png"/>
  <Override PartName="/ppt/media/media8.mp4" ContentType="video/mp4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s'AWesome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D15406-5601-4EEF-A54F-AB029A4CC6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2DAEE2-2A56-4B68-8B19-7C1F6CBF86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s'AWesome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s'AWesom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C2C646-8EEA-438F-896F-0CE7DD0800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s'AWesome"/>
              </a:rPr>
              <a:t>Click to edit the title text format</a:t>
            </a:r>
            <a:endParaRPr b="0" lang="pt-BR" sz="4400" spc="-1" strike="noStrike">
              <a:solidFill>
                <a:srgbClr val="000000"/>
              </a:solidFill>
              <a:latin typeface="s'AWesome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s'AWesome"/>
              </a:rPr>
              <a:t>Click to edit the outline text format</a:t>
            </a:r>
            <a:endParaRPr b="0" lang="pt-BR" sz="3200" spc="-1" strike="noStrike">
              <a:solidFill>
                <a:srgbClr val="000000"/>
              </a:solidFill>
              <a:latin typeface="s'AWesom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s'AWesome"/>
              </a:rPr>
              <a:t>Second Outline Level</a:t>
            </a:r>
            <a:endParaRPr b="0" lang="pt-BR" sz="2800" spc="-1" strike="noStrike">
              <a:solidFill>
                <a:srgbClr val="000000"/>
              </a:solidFill>
              <a:latin typeface="s'AWesom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s'AWesome"/>
              </a:rPr>
              <a:t>Third Outline Level</a:t>
            </a:r>
            <a:endParaRPr b="0" lang="pt-BR" sz="2400" spc="-1" strike="noStrike">
              <a:solidFill>
                <a:srgbClr val="000000"/>
              </a:solidFill>
              <a:latin typeface="s'AWesom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s'AWesome"/>
              </a:rPr>
              <a:t>Fourth Outline Level</a:t>
            </a:r>
            <a:endParaRPr b="0" lang="pt-BR" sz="2000" spc="-1" strike="noStrike">
              <a:solidFill>
                <a:srgbClr val="000000"/>
              </a:solidFill>
              <a:latin typeface="s'AWesom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s'AWesome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s'AWesom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s'AWesome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s'AWesom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s'AWesome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s'AWesome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07033B0-6E91-4729-A36B-833C1DDE6298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video" Target="../media/media2.mp4"/><Relationship Id="rId2" Type="http://schemas.microsoft.com/office/2007/relationships/media" Target="../media/media2.mp4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video" Target="../media/media4.mp4"/><Relationship Id="rId2" Type="http://schemas.microsoft.com/office/2007/relationships/media" Target="../media/media4.mp4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video" Target="../media/media6.mp4"/><Relationship Id="rId2" Type="http://schemas.microsoft.com/office/2007/relationships/media" Target="../media/media6.mp4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video" Target="../media/media8.mp4"/><Relationship Id="rId2" Type="http://schemas.microsoft.com/office/2007/relationships/media" Target="../media/media8.mp4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s'AWesome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s'AWesom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28360" y="288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s'AWesome"/>
              </a:rPr>
              <a:t>Olá classe 22</a:t>
            </a:r>
            <a:endParaRPr b="0" lang="pt-BR" sz="4400" spc="-1" strike="noStrike">
              <a:solidFill>
                <a:srgbClr val="000000"/>
              </a:solidFill>
              <a:latin typeface="s'AWesome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2880000" y="414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pt-BR" sz="3200" spc="-1" strike="noStrike">
                <a:solidFill>
                  <a:srgbClr val="000000"/>
                </a:solidFill>
                <a:latin typeface="s'AWesome"/>
              </a:rPr>
              <a:t>Quero jogaR um jogo com voçês</a:t>
            </a:r>
            <a:endParaRPr b="0" lang="pt-BR" sz="3200" spc="-1" strike="noStrike">
              <a:solidFill>
                <a:srgbClr val="000000"/>
              </a:solidFill>
              <a:latin typeface="s'AWesome"/>
            </a:endParaRPr>
          </a:p>
        </p:txBody>
      </p:sp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-180000" y="2433600"/>
            <a:ext cx="3420000" cy="323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78840" y="92160"/>
            <a:ext cx="10240920" cy="548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78840" y="92160"/>
            <a:ext cx="10240920" cy="548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78840" y="92160"/>
            <a:ext cx="10240920" cy="548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78840" y="92160"/>
            <a:ext cx="10240920" cy="548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s'AWesome"/>
              </a:rPr>
              <a:t>The Puzzle</a:t>
            </a:r>
            <a:endParaRPr b="0" lang="pt-BR" sz="4400" spc="-1" strike="noStrike">
              <a:solidFill>
                <a:srgbClr val="000000"/>
              </a:solidFill>
              <a:latin typeface="s'AWesome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468360" y="1440000"/>
            <a:ext cx="90716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pt-BR" sz="2600" spc="-1" strike="noStrike">
                <a:solidFill>
                  <a:srgbClr val="000000"/>
                </a:solidFill>
                <a:latin typeface="s'AWesome"/>
              </a:rPr>
              <a:t>O puzzle consiste em quatro botões que devem ser aperdados em sequência e na quantidade de vezes exibida no display. 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pt-BR" sz="2600" spc="-1" strike="noStrike">
                <a:solidFill>
                  <a:srgbClr val="000000"/>
                </a:solidFill>
                <a:latin typeface="s'AWesome"/>
              </a:rPr>
              <a:t>Cada botão está associado a um número de 1 a 4, e o display mostra uma sequência de quatro números que indicam a ordem correta para pressionar os botões. 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pt-BR" sz="2600" spc="-1" strike="noStrike">
                <a:solidFill>
                  <a:srgbClr val="000000"/>
                </a:solidFill>
                <a:latin typeface="s'AWesome"/>
              </a:rPr>
              <a:t>Por exemplo, se o display mostrar "2 4 1 3", a vítima deve pressionar o botão 2 duas vezes, o botão 4 quatro vezes, o botão 1 uma vez, e o botão 3 três vezes, nessa ordem específica.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s'AWesome"/>
              </a:rPr>
              <a:t>The Reverse Bear Trap</a:t>
            </a:r>
            <a:endParaRPr b="0" lang="pt-BR" sz="4400" spc="-1" strike="noStrike">
              <a:solidFill>
                <a:srgbClr val="000000"/>
              </a:solidFill>
              <a:latin typeface="s'AWesome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pt-BR" sz="2600" spc="-1" strike="noStrike">
                <a:solidFill>
                  <a:srgbClr val="000000"/>
                </a:solidFill>
                <a:latin typeface="s'AWesome"/>
              </a:rPr>
              <a:t>A vitima tem um tempo especifico para desvendar o puzzle e resolve-lo, ao fim do timer, a armadilha é ativada e ela perdeu o jogo</a:t>
            </a:r>
            <a:endParaRPr b="0" lang="pt-BR" sz="2600" spc="-1" strike="noStrike">
              <a:solidFill>
                <a:srgbClr val="000000"/>
              </a:solidFill>
              <a:latin typeface="s'AWesom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s'AWesome"/>
              </a:rPr>
              <a:t>The no-no List</a:t>
            </a:r>
            <a:endParaRPr b="0" lang="pt-BR" sz="4400" spc="-1" strike="noStrike">
              <a:solidFill>
                <a:srgbClr val="000000"/>
              </a:solidFill>
              <a:latin typeface="s'AWesome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68360" y="1224720"/>
            <a:ext cx="9071640" cy="435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2600" spc="-1" strike="noStrike">
                <a:solidFill>
                  <a:srgbClr val="000000"/>
                </a:solidFill>
                <a:latin typeface="s'AWesome"/>
                <a:ea typeface="Noto Sans CJK SC"/>
              </a:rPr>
              <a:t>A cada vez que a vitima comete um erro há um desconto de 10 segundos no tempo restante e o valor dos quatro digitos no display é alterado de forma aleatória, segue abaixo a lista de erros: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pt-BR" sz="2600" spc="-1" strike="noStrike">
                <a:solidFill>
                  <a:srgbClr val="000000"/>
                </a:solidFill>
                <a:latin typeface="s'AWesome"/>
                <a:ea typeface="Noto Sans CJK SC"/>
              </a:rPr>
              <a:t>• </a:t>
            </a:r>
            <a:r>
              <a:rPr b="0" lang="pt-BR" sz="2600" spc="-1" strike="noStrike">
                <a:solidFill>
                  <a:srgbClr val="000000"/>
                </a:solidFill>
                <a:latin typeface="s'AWesome"/>
                <a:ea typeface="Noto Sans CJK SC"/>
              </a:rPr>
              <a:t>Pressionar mais de um botão ao mesmo tempo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pt-BR" sz="2600" spc="-1" strike="noStrike">
                <a:solidFill>
                  <a:srgbClr val="000000"/>
                </a:solidFill>
                <a:latin typeface="s'AWesome"/>
                <a:ea typeface="Noto Sans CJK SC"/>
              </a:rPr>
              <a:t>• </a:t>
            </a:r>
            <a:r>
              <a:rPr b="0" lang="pt-BR" sz="2600" spc="-1" strike="noStrike">
                <a:solidFill>
                  <a:srgbClr val="000000"/>
                </a:solidFill>
                <a:latin typeface="s'AWesome"/>
                <a:ea typeface="Noto Sans CJK SC"/>
              </a:rPr>
              <a:t>Pressionar botão fora da sua ordem correspondente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pt-BR" sz="2600" spc="-1" strike="noStrike">
                <a:solidFill>
                  <a:srgbClr val="000000"/>
                </a:solidFill>
                <a:latin typeface="s'AWesome"/>
                <a:ea typeface="Noto Sans CJK SC"/>
              </a:rPr>
              <a:t>• </a:t>
            </a:r>
            <a:r>
              <a:rPr b="0" lang="pt-BR" sz="2600" spc="-1" strike="noStrike">
                <a:solidFill>
                  <a:srgbClr val="000000"/>
                </a:solidFill>
                <a:latin typeface="s'AWesome"/>
                <a:ea typeface="Noto Sans CJK SC"/>
              </a:rPr>
              <a:t>Pressionar o botão novamente após a bobina correspondente ter sido ativada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-180000" y="2433600"/>
            <a:ext cx="3420000" cy="323640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260000" y="4500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s'AWesome"/>
              </a:rPr>
              <a:t>Boa sorte</a:t>
            </a:r>
            <a:endParaRPr b="0" lang="pt-BR" sz="4400" spc="-1" strike="noStrike">
              <a:solidFill>
                <a:srgbClr val="000000"/>
              </a:solidFill>
              <a:latin typeface="s'AWesome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4320000" y="2520000"/>
            <a:ext cx="4680000" cy="23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2600" spc="-1" strike="noStrike">
                <a:solidFill>
                  <a:srgbClr val="000000"/>
                </a:solidFill>
                <a:latin typeface="s'AWesome"/>
              </a:rPr>
              <a:t>Vocês Terão até meia-noite para desenvolver a automatização da minha armadilha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2025-10-17T10:35:32Z</dcterms:created>
  <dc:creator/>
  <dc:description/>
  <dc:language>pt-BR</dc:language>
  <cp:lastModifiedBy/>
  <dcterms:modified xsi:type="dcterms:W3CDTF">2025-11-02T16:18:09Z</dcterms:modified>
  <cp:revision>20</cp:revision>
  <dc:subject/>
  <dc:title/>
</cp:coreProperties>
</file>